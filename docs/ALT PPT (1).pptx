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5" r:id="rId4"/>
    <p:sldId id="271" r:id="rId5"/>
    <p:sldId id="272" r:id="rId6"/>
    <p:sldId id="261" r:id="rId7"/>
    <p:sldId id="259" r:id="rId8"/>
    <p:sldId id="266" r:id="rId9"/>
    <p:sldId id="267" r:id="rId10"/>
    <p:sldId id="269" r:id="rId11"/>
    <p:sldId id="270" r:id="rId12"/>
    <p:sldId id="260" r:id="rId13"/>
    <p:sldId id="26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uciml/sms-spam-collection-dataset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955" y="190746"/>
            <a:ext cx="9144000" cy="2395923"/>
          </a:xfrm>
        </p:spPr>
        <p:txBody>
          <a:bodyPr wrap="square" lIns="0" tIns="0" rIns="0" bIns="0" anchor="t" anchorCtr="1">
            <a:noAutofit/>
          </a:bodyPr>
          <a:lstStyle/>
          <a:p>
            <a:pPr>
              <a:lnSpc>
                <a:spcPct val="100000"/>
              </a:lnSpc>
            </a:pP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ALT 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(24ALT3101)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Explainable AI Framework for Spam SMS Detection Using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7858" y="2586669"/>
            <a:ext cx="7374194" cy="3713186"/>
          </a:xfrm>
        </p:spPr>
        <p:txBody>
          <a:bodyPr wrap="square" lIns="0" tIns="0" rIns="0" bIns="0"/>
          <a:lstStyle/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15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Sec: 07</a:t>
            </a:r>
          </a:p>
          <a:p>
            <a:pPr>
              <a:spcBef>
                <a:spcPts val="0"/>
              </a:spcBef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2420030044 - U. Jaya Sindhura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2420030376 - K. Ushasri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2420030583 - P. Smitha</a:t>
            </a: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350" y="1600200"/>
            <a:ext cx="889057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SMS spam is increasing rapidly.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Spam messages cause financial loss and privacy issues.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Existing models cannot explain their predictions.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BERT understands the context of messages better than traditional methods.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Explainable AI improves transparency and user trust.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11EC9-C1F3-65C0-735D-A2774BF7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1907566"/>
            <a:ext cx="2050398" cy="2339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3550" y="1517650"/>
            <a:ext cx="83502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Spam SMS messages are increasing rapidly.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They are commonly used for fraud, phishing, and unwanted advertisements.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 ML models have limited contextual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models often do not explain their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need a detection system that is both accurate and explainable.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7C671A-B5C0-95F5-6F52-C329C4D3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6" y="1517650"/>
            <a:ext cx="2638444" cy="34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707E-8678-8470-A03C-D3D99C80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33D813-C088-5946-4B10-76CCABD5F29F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420C0-5675-A723-00A3-85567C441A0E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66DC7-AED7-F933-FA59-872F61F57E9B}"/>
              </a:ext>
            </a:extLst>
          </p:cNvPr>
          <p:cNvSpPr txBox="1"/>
          <p:nvPr/>
        </p:nvSpPr>
        <p:spPr>
          <a:xfrm>
            <a:off x="876300" y="1369913"/>
            <a:ext cx="7747000" cy="518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develop a BERT-based SMS spam detection system.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classify messages as Spam or Ham.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improve contextual understanding of SMS messages.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use SHAP and LIME for explaining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provide confidence scores and human-readable explanations.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evaluate the model using Accuracy, Precision, Recall, and F1-Score.</a:t>
            </a:r>
          </a:p>
          <a:p>
            <a:pPr lvl="0"/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A64E6-5169-C6D3-DCC5-E404D25E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1" y="1679984"/>
            <a:ext cx="2397368" cy="29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5757-02BB-F89B-1D87-6DEA8CD1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14DE1-2844-0218-44FE-5A685807DC09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F1ED0-5E69-83A9-E59C-C40A23D00C0C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DataSet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A24D4-843D-4D37-835D-46F83D6D5722}"/>
              </a:ext>
            </a:extLst>
          </p:cNvPr>
          <p:cNvSpPr txBox="1"/>
          <p:nvPr/>
        </p:nvSpPr>
        <p:spPr>
          <a:xfrm>
            <a:off x="603250" y="1369912"/>
            <a:ext cx="8585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SMS Spam Collection Dataset</a:t>
            </a:r>
            <a:endParaRPr lang="en-US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Contains 5,574 SMS messages.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Two classes: Spam and Ham.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Used for training and testing the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Suitable for text classification and spam detection.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BERT will be fine-tuned using the dataset.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mention:</a:t>
            </a:r>
          </a:p>
          <a:p>
            <a:r>
              <a:rPr lang="en-US" sz="2800" b="1" dirty="0"/>
              <a:t>Source:</a:t>
            </a:r>
            <a:r>
              <a:rPr lang="en-US" sz="2800" dirty="0"/>
              <a:t> Kaggle – SMS Spam Collection Dataset</a:t>
            </a:r>
          </a:p>
          <a:p>
            <a:r>
              <a:rPr lang="en-US" sz="2800" dirty="0"/>
              <a:t>SMS Spam Collection Dataset : </a:t>
            </a:r>
            <a:r>
              <a:rPr lang="en-US" sz="2800" dirty="0">
                <a:hlinkClick r:id="rId2"/>
              </a:rPr>
              <a:t>https://www.kaggle.com/datasets/uciml/sms-spam-collection-dataset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2DF9B-C074-F3B9-D1C7-7A757991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833" y="2165350"/>
            <a:ext cx="2760472" cy="289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2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BF7A9-61F1-A129-DC27-5AE66AEB8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239341"/>
            <a:ext cx="10591800" cy="5218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350" y="1130300"/>
            <a:ext cx="3568700" cy="5400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User Input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SMS Message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Text Preprocessing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BERT Tokenizer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Transformer (BERT)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Spam/Ham Prediction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SHAP &amp; LIME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Prediction + Explanation</a:t>
            </a:r>
          </a:p>
          <a:p>
            <a:r>
              <a:rPr lang="en-US" sz="2000" dirty="0"/>
              <a:t>      ↓</a:t>
            </a:r>
          </a:p>
          <a:p>
            <a:r>
              <a:rPr lang="en-US" sz="2000" dirty="0"/>
              <a:t>Display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88024-CCD2-003D-CC28-CAC54EA6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1" y="1397000"/>
            <a:ext cx="6051458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28416" y="26203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Research Gap Identification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976C45-76DC-BD6E-49FB-B68C86197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1453661"/>
            <a:ext cx="9156700" cy="43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Innovation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6901" y="1625599"/>
            <a:ext cx="78105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Combines </a:t>
            </a:r>
            <a:r>
              <a:rPr lang="en-US" sz="2800" b="1" dirty="0"/>
              <a:t>BERT + Explainable AI.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/>
              <a:t>SHAP and LIME</a:t>
            </a:r>
            <a:r>
              <a:rPr lang="en-US" sz="2800" dirty="0"/>
              <a:t> for prediction explanation.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Identifies important words influencing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both </a:t>
            </a:r>
            <a:r>
              <a:rPr lang="en-US" sz="2800" b="1" dirty="0"/>
              <a:t>prediction and confidence score</a:t>
            </a:r>
            <a:r>
              <a:rPr lang="en-US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Makes AI-based spam detection more transparent.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705B4-5DA7-0E52-49B7-92ED22D2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899" y="1625599"/>
            <a:ext cx="2540701" cy="30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1F67-1A24-51FA-517E-6E18428E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6D298F-7EF9-1199-B203-9F9A089FFCDF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CE067-6554-B9F3-0574-26361909B8F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Creativity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72DA5-77FF-2048-D93A-2AC2DD366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36" y="1314450"/>
            <a:ext cx="10541000" cy="50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3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5351-F8D3-E8A6-E51B-C14657F2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C82F46-1902-DD99-9CF6-E482FC08EE0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7141F-5E7E-E73D-F69B-861F826B36D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Novelty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0E717-8545-5A15-A450-8E0759E7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0" y="1243109"/>
            <a:ext cx="11649618" cy="48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8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DABB6-9BEF-A5E2-6CDE-1E710519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290082"/>
            <a:ext cx="10121900" cy="49202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Result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8800" y="1536700"/>
            <a:ext cx="8115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Spam/Ham classification using BERT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Improved contextual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Confidence score for predictions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Important words highlighted using SHAP/LIME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Human-readable explanations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User-friendly web interface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Evaluation using Accuracy, Precision, Recall &amp; F1-Score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Improved transparency and trust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7555F-DF82-0A2D-861B-28B35B29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490" y="1689100"/>
            <a:ext cx="2792174" cy="2309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387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ALT  (24ALT3101) Explainable AI Framework for Spam SMS Detection Using 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jaya sindhura</cp:lastModifiedBy>
  <cp:revision>39</cp:revision>
  <dcterms:created xsi:type="dcterms:W3CDTF">2024-08-29T05:25:00Z</dcterms:created>
  <dcterms:modified xsi:type="dcterms:W3CDTF">2026-08-13T07:51:20Z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