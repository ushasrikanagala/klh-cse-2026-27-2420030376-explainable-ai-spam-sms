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65" r:id="rId4"/>
    <p:sldId id="271" r:id="rId5"/>
    <p:sldId id="272" r:id="rId6"/>
    <p:sldId id="261" r:id="rId7"/>
    <p:sldId id="259" r:id="rId8"/>
    <p:sldId id="266" r:id="rId9"/>
    <p:sldId id="267" r:id="rId10"/>
    <p:sldId id="269" r:id="rId11"/>
    <p:sldId id="270" r:id="rId12"/>
    <p:sldId id="260" r:id="rId13"/>
    <p:sldId id="262" r:id="rId14"/>
    <p:sldId id="273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kaggle.com/datasets/uciml/sms-spam-collection-dataset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2955" y="190746"/>
            <a:ext cx="9144000" cy="2395923"/>
          </a:xfrm>
        </p:spPr>
        <p:txBody>
          <a:bodyPr wrap="square" lIns="0" tIns="0" rIns="0" bIns="0" anchor="t" anchorCtr="1">
            <a:noAutofit/>
          </a:bodyPr>
          <a:lstStyle/>
          <a:p>
            <a:pPr>
              <a:lnSpc>
                <a:spcPct val="100000"/>
              </a:lnSpc>
            </a:pP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ALT 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(24ALT3101)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Explainable AI Framework for Spam SMS Detection Using Transformers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67858" y="2586669"/>
            <a:ext cx="7374194" cy="3713186"/>
          </a:xfrm>
        </p:spPr>
        <p:txBody>
          <a:bodyPr wrap="square" lIns="0" tIns="0" rIns="0" bIns="0"/>
          <a:lstStyle/>
          <a:p>
            <a:pPr>
              <a:spcBef>
                <a:spcPts val="0"/>
              </a:spcBef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Group: 15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Sec: 07</a:t>
            </a:r>
          </a:p>
          <a:p>
            <a:pPr>
              <a:spcBef>
                <a:spcPts val="0"/>
              </a:spcBef>
            </a:pPr>
            <a:endParaRPr lang="en-US" sz="1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2420030044 - U. Jaya Sindhura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2420030376 - K. Ushasri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2420030583 - P. Smitha</a:t>
            </a:r>
          </a:p>
          <a:p>
            <a:pPr>
              <a:spcBef>
                <a:spcPts val="0"/>
              </a:spcBef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>
              <a:lnSpc>
                <a:spcPct val="107000"/>
              </a:lnSpc>
              <a:spcAft>
                <a:spcPts val="800"/>
              </a:spcAft>
            </a:pPr>
            <a:endParaRPr lang="en-US" sz="2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1350" y="1600200"/>
            <a:ext cx="889057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SMS spam is increasing rapidly.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Spam messages cause financial loss and privacy issues.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Existing models cannot explain their predictions.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BERT understands the context of messages better than traditional methods.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800" dirty="0"/>
              <a:t>Explainable AI improves transparency and user trust.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511EC9-C1F3-65C0-735D-A2774BF74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900" y="1907566"/>
            <a:ext cx="2050398" cy="23399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3550" y="1517650"/>
            <a:ext cx="835025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Spam SMS messages are increasing rapidly.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They are commonly used for fraud, phishing, and unwanted advertisements.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Traditional ML models have limited contextual understanding.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Existing models often do not explain their predictions.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Users need a detection system that is both accurate and explainable. 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D7C671A-B5C0-95F5-6F52-C329C4D3F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006" y="1517650"/>
            <a:ext cx="2638444" cy="34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F707E-8678-8470-A03C-D3D99C80F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33D813-C088-5946-4B10-76CCABD5F29F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0420C0-5675-A723-00A3-85567C441A0E}"/>
              </a:ext>
            </a:extLst>
          </p:cNvPr>
          <p:cNvSpPr txBox="1"/>
          <p:nvPr/>
        </p:nvSpPr>
        <p:spPr>
          <a:xfrm>
            <a:off x="2660072" y="29269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Objectives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866DC7-AED7-F933-FA59-872F61F57E9B}"/>
              </a:ext>
            </a:extLst>
          </p:cNvPr>
          <p:cNvSpPr txBox="1"/>
          <p:nvPr/>
        </p:nvSpPr>
        <p:spPr>
          <a:xfrm>
            <a:off x="876300" y="1369913"/>
            <a:ext cx="7747000" cy="5180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To develop a BERT-based SMS spam detection system.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To classify messages as Spam or Ham.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To improve contextual understanding of SMS messages.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To use SHAP and LIME for explaining predictions.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To provide confidence scores and human-readable explanations.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To evaluate the model using Accuracy, Precision, Recall, and F1-Score.</a:t>
            </a:r>
          </a:p>
          <a:p>
            <a:pPr lvl="0"/>
            <a:r>
              <a:rPr lang="en-US" sz="2800" dirty="0"/>
              <a:t>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7A64E6-5169-C6D3-DCC5-E404D25EC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151" y="1679984"/>
            <a:ext cx="2397368" cy="291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962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A5757-02BB-F89B-1D87-6DEA8CD13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BA14DE1-2844-0218-44FE-5A685807DC09}"/>
              </a:ext>
            </a:extLst>
          </p:cNvPr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6F1ED0-5E69-83A9-E59C-C40A23D00C0C}"/>
              </a:ext>
            </a:extLst>
          </p:cNvPr>
          <p:cNvSpPr txBox="1"/>
          <p:nvPr/>
        </p:nvSpPr>
        <p:spPr>
          <a:xfrm>
            <a:off x="2660072" y="29269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err="1">
                <a:solidFill>
                  <a:schemeClr val="bg1"/>
                </a:solidFill>
              </a:rPr>
              <a:t>DataSet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A24D4-843D-4D37-835D-46F83D6D5722}"/>
              </a:ext>
            </a:extLst>
          </p:cNvPr>
          <p:cNvSpPr txBox="1"/>
          <p:nvPr/>
        </p:nvSpPr>
        <p:spPr>
          <a:xfrm>
            <a:off x="603250" y="1369912"/>
            <a:ext cx="85852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SMS Spam Collection Dataset</a:t>
            </a:r>
            <a:endParaRPr lang="en-US" sz="24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Contains 5,574 SMS messages.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Two classes: Spam and Ham.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Used for training and testing the model.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Suitable for text classification and spam detection.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BERT will be fine-tuned using the dataset.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You can mention:</a:t>
            </a:r>
          </a:p>
          <a:p>
            <a:r>
              <a:rPr lang="en-US" sz="2800" b="1" dirty="0"/>
              <a:t>Source:</a:t>
            </a:r>
            <a:r>
              <a:rPr lang="en-US" sz="2800" dirty="0"/>
              <a:t> Kaggle – SMS Spam Collection Dataset</a:t>
            </a:r>
          </a:p>
          <a:p>
            <a:r>
              <a:rPr lang="en-US" sz="2800" dirty="0"/>
              <a:t>SMS Spam Collection Dataset : </a:t>
            </a:r>
            <a:r>
              <a:rPr lang="en-US" sz="2800" dirty="0">
                <a:hlinkClick r:id="rId2"/>
              </a:rPr>
              <a:t>https://www.kaggle.com/datasets/uciml/sms-spam-collection-dataset</a:t>
            </a:r>
            <a:endParaRPr lang="en-US" sz="2800" dirty="0"/>
          </a:p>
          <a:p>
            <a:endParaRPr lang="en-US" sz="2800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2DF9B-C074-F3B9-D1C7-7A7579919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5833" y="2165350"/>
            <a:ext cx="2760472" cy="289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2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C27574-6FE1-00F5-E882-255693C14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64" y="1397000"/>
            <a:ext cx="10727571" cy="48415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System Architecture 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DF8770-1B8F-F45C-167C-84C4B5CA9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66" y="978216"/>
            <a:ext cx="10527666" cy="52638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428416" y="262038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</a:rPr>
              <a:t>Research Gap Identification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6332CF-9292-E091-74B6-595C2116E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593" y="965140"/>
            <a:ext cx="8668960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</a:rPr>
              <a:t>Innovation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6901" y="1625599"/>
            <a:ext cx="781050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Combines </a:t>
            </a:r>
            <a:r>
              <a:rPr lang="en-US" sz="2800" b="1" dirty="0"/>
              <a:t>BERT + Explainable AI.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Uses </a:t>
            </a:r>
            <a:r>
              <a:rPr lang="en-US" sz="2800" b="1" dirty="0"/>
              <a:t>SHAP and LIME</a:t>
            </a:r>
            <a:r>
              <a:rPr lang="en-US" sz="2800" dirty="0"/>
              <a:t> for prediction explanation.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Identifies important words influencing classification.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both </a:t>
            </a:r>
            <a:r>
              <a:rPr lang="en-US" sz="2800" b="1" dirty="0"/>
              <a:t>prediction and confidence score</a:t>
            </a:r>
            <a:r>
              <a:rPr lang="en-US" sz="2800" dirty="0"/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Makes AI-based spam detection more transparent.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6705B4-5DA7-0E52-49B7-92ED22D2F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899" y="1625599"/>
            <a:ext cx="2540701" cy="304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21F67-1A24-51FA-517E-6E18428EE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46D298F-7EF9-1199-B203-9F9A089FFCDF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CE067-6554-B9F3-0574-26361909B8F5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</a:rPr>
              <a:t>Creativity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272DA5-77FF-2048-D93A-2AC2DD366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236" y="1314450"/>
            <a:ext cx="10541000" cy="507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39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5351-F8D3-E8A6-E51B-C14657F20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1C82F46-1902-DD99-9CF6-E482FC08EE03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07141F-5E7E-E73D-F69B-861F826B36D8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</a:rPr>
              <a:t>Novelty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00E717-8545-5A15-A450-8E0759E7A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10" y="1243109"/>
            <a:ext cx="11649618" cy="4803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81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Feasibility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BDABB6-9BEF-A5E2-6CDE-1E710519C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0" y="1290082"/>
            <a:ext cx="10121900" cy="492021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Result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58800" y="1536700"/>
            <a:ext cx="81153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Spam/Ham classification using BERT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Improved contextual understanding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Confidence score for predictions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Important words highlighted using SHAP/LIME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Human-readable explanations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User-friendly web interface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Evaluation using Accuracy, Precision, Recall &amp; F1-Score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Improved transparency and trust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97555F-DF82-0A2D-861B-28B35B297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490" y="1689100"/>
            <a:ext cx="2792174" cy="23095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DFF06-53C3-A0D6-8E69-1EC26C6B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855A799-EA50-F9F8-3E88-0DC78BAE3FD5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A37C93-5EA4-0311-7447-E40D53068AE1}"/>
              </a:ext>
            </a:extLst>
          </p:cNvPr>
          <p:cNvSpPr txBox="1"/>
          <p:nvPr/>
        </p:nvSpPr>
        <p:spPr>
          <a:xfrm>
            <a:off x="2660072" y="154134"/>
            <a:ext cx="6871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Result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5F3196-ACBA-DDC6-9EF1-80A6FF1D7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550" y="1381596"/>
            <a:ext cx="6807200" cy="425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6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349</Words>
  <Application>Microsoft Office PowerPoint</Application>
  <PresentationFormat>Widescreen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 ALT  (24ALT3101) Explainable AI Framework for Spam SMS Detection Using Transformers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Ushasri Kanagala</cp:lastModifiedBy>
  <cp:revision>43</cp:revision>
  <dcterms:created xsi:type="dcterms:W3CDTF">2024-08-29T05:25:00Z</dcterms:created>
  <dcterms:modified xsi:type="dcterms:W3CDTF">2026-09-19T05:01:54Z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